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PH">
            <a:extLst>
              <a:ext uri="{FF2B5EF4-FFF2-40B4-BE49-F238E27FC236}">
                <a16:creationId xmlns:a16="http://schemas.microsoft.com/office/drawing/2014/main" id="{C5793447-1A92-B29A-A2EB-32B6954B61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9088" y="831850"/>
            <a:ext cx="1403350" cy="13843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4" name="DeptPH">
            <a:extLst>
              <a:ext uri="{FF2B5EF4-FFF2-40B4-BE49-F238E27FC236}">
                <a16:creationId xmlns:a16="http://schemas.microsoft.com/office/drawing/2014/main" id="{F98225C2-9BF1-063B-5CF3-A8179F931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9313" y="1976438"/>
            <a:ext cx="7353300" cy="37941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IN" dirty="0"/>
          </a:p>
        </p:txBody>
      </p:sp>
      <p:sp>
        <p:nvSpPr>
          <p:cNvPr id="12" name="EmailPH">
            <a:extLst>
              <a:ext uri="{FF2B5EF4-FFF2-40B4-BE49-F238E27FC236}">
                <a16:creationId xmlns:a16="http://schemas.microsoft.com/office/drawing/2014/main" id="{64896474-E38D-2758-0389-B9A1E80295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89313" y="1514475"/>
            <a:ext cx="7353300" cy="379413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4"/>
            <a:endParaRPr lang="en-IN" dirty="0"/>
          </a:p>
        </p:txBody>
      </p:sp>
      <p:sp>
        <p:nvSpPr>
          <p:cNvPr id="3" name="NamePH">
            <a:extLst>
              <a:ext uri="{FF2B5EF4-FFF2-40B4-BE49-F238E27FC236}">
                <a16:creationId xmlns:a16="http://schemas.microsoft.com/office/drawing/2014/main" id="{E6819B90-ED36-CC3D-BD43-9C9E965AA4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89312" y="711200"/>
            <a:ext cx="7353299" cy="637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5pPr>
              <a:buNone/>
              <a:defRPr/>
            </a:lvl5pPr>
          </a:lstStyle>
          <a:p>
            <a:pPr lvl="4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10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0D3E0E-8C04-5582-F6D0-1F7489B54E0D}"/>
              </a:ext>
            </a:extLst>
          </p:cNvPr>
          <p:cNvSpPr/>
          <p:nvPr userDrawn="1"/>
        </p:nvSpPr>
        <p:spPr>
          <a:xfrm>
            <a:off x="1219200" y="471055"/>
            <a:ext cx="9993745" cy="2253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6F12CE-A47C-B934-DC12-41544FBD5249}"/>
              </a:ext>
            </a:extLst>
          </p:cNvPr>
          <p:cNvSpPr/>
          <p:nvPr userDrawn="1"/>
        </p:nvSpPr>
        <p:spPr>
          <a:xfrm>
            <a:off x="3288145" y="655782"/>
            <a:ext cx="7490691" cy="738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AD888-A10A-DBDB-FFA9-9F21079255A3}"/>
              </a:ext>
            </a:extLst>
          </p:cNvPr>
          <p:cNvSpPr/>
          <p:nvPr userDrawn="1"/>
        </p:nvSpPr>
        <p:spPr>
          <a:xfrm>
            <a:off x="1551709" y="775855"/>
            <a:ext cx="1477818" cy="14870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6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89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Verma</dc:creator>
  <cp:lastModifiedBy>Tarun Verma</cp:lastModifiedBy>
  <cp:revision>9</cp:revision>
  <dcterms:created xsi:type="dcterms:W3CDTF">2026-01-17T14:34:42Z</dcterms:created>
  <dcterms:modified xsi:type="dcterms:W3CDTF">2026-01-17T16:06:38Z</dcterms:modified>
</cp:coreProperties>
</file>